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457200"/>
          <a:lstStyle/>
          <a:p>
            <a:pPr algn="ctr">
              <a:spcAft>
                <a:spcPts val="1400"/>
              </a:spcAft>
              <a:defRPr sz="1200" b="1">
                <a:solidFill>
                  <a:srgbClr val="0284C7"/>
                </a:solidFill>
                <a:latin typeface="Segoe UI"/>
              </a:defRPr>
            </a:pPr>
            <a:r>
              <a:t>BCSE303P - OPERATING SYSTEMS LAB MINI PROJECT</a:t>
            </a:r>
          </a:p>
          <a:p>
            <a:pPr algn="ctr">
              <a:spcAft>
                <a:spcPts val="1200"/>
              </a:spcAft>
              <a:defRPr sz="2800" b="1">
                <a:solidFill>
                  <a:srgbClr val="1E40AF"/>
                </a:solidFill>
                <a:latin typeface="Segoe UI"/>
              </a:defRPr>
            </a:pPr>
            <a:r>
              <a:t>Smart Hospital Resource Management System</a:t>
            </a:r>
          </a:p>
          <a:p>
            <a:pPr algn="ctr">
              <a:spcAft>
                <a:spcPts val="28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An Application-Oriented OS Project Overview Integrating 5 Core OS Concepts</a:t>
            </a:r>
          </a:p>
          <a:p>
            <a:pPr algn="ctr">
              <a:defRPr sz="1200" b="1">
                <a:solidFill>
                  <a:srgbClr val="0F172A"/>
                </a:solidFill>
              </a:defRPr>
            </a:pPr>
            <a:r>
              <a:t>PROJECT TEAM MEMBERS</a:t>
            </a:r>
          </a:p>
          <a:p>
            <a:pPr algn="ctr">
              <a:spcAft>
                <a:spcPts val="2000"/>
              </a:spcAft>
              <a:defRPr sz="1500" b="1">
                <a:solidFill>
                  <a:srgbClr val="1E40AF"/>
                </a:solidFill>
              </a:defRPr>
            </a:pPr>
            <a:r>
              <a:t>Havish (Reg. No: 24BYB0057)   |   Shanmukha Simha (Reg. No: 24BDE0123)</a:t>
            </a:r>
          </a:p>
          <a:p>
            <a:pPr algn="ctr">
              <a:defRPr sz="1300">
                <a:solidFill>
                  <a:srgbClr val="475569"/>
                </a:solidFill>
              </a:defRPr>
            </a:pPr>
            <a:r>
              <a:t>Under the Guidance of: Dr. PORKODI S (Assistant Professor Senior Grade – 1)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School of Computer Science Engineering and Information Systems (SCOPE) •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Segoe UI"/>
              </a:defRPr>
            </a:pPr>
            <a:r>
              <a:t>Project Overview &amp; Background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3657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  <a:latin typeface="Consolas"/>
              </a:defRPr>
            </a:pPr>
            <a:r>
              <a:t>Slide 02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Smart Hospital OS • Overview  |  Havish (24BYB0057) &amp; Shanmukha Simha (24BDE0123)  |  Guide: Dr. PORKODI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E40AF"/>
                </a:solidFill>
                <a:latin typeface="Segoe UI"/>
              </a:defRPr>
            </a:pPr>
            <a:r>
              <a:t>Why We Built This Project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In our OS lab curriculum, concepts like scheduling, mutexes, and deadlocks are typically studied as standalone CLI C programs.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We aimed to design a real-world system where multiple OS concepts work together in one working application.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Instead of abstract numbers, modeling emergency room operations makes OS concepts clear, visual, and practical.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E40AF"/>
                </a:solidFill>
                <a:latin typeface="Segoe UI"/>
              </a:defRPr>
            </a:pPr>
            <a:r>
              <a:t>The Hospital Resource Bottleneck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Specialized hospital units are strictly limited in capacity (ICU beds, MRI scanners, Ventilators, Surgery Rooms).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Patients arrive randomly with varying urgency levels (P1 Emergency Trauma to P4 Routine Checkup).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Uncoordinated processing leads to long queue delays, machine contention, and surgical deadlocks.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Segoe UI"/>
              </a:defRPr>
            </a:pPr>
            <a:r>
              <a:t>Real-World Hospital Mapping to OS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3657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  <a:latin typeface="Consolas"/>
              </a:defRPr>
            </a:pPr>
            <a:r>
              <a:t>Slide 03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Smart Hospital OS • Overview  |  Havish (24BYB0057) &amp; Shanmukha Simha (24BDE0123)  |  Guide: Dr. PORKODI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E40AF"/>
                </a:solidFill>
                <a:latin typeface="Segoe UI"/>
              </a:defRPr>
            </a:pPr>
            <a:r>
              <a:t>5 Integrated Operating System Concepts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1. Patient Admissions ➔ Process Control Block (PCB): Tracks PID, priority, burst time, RAM demand, and 5-state transitions.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2. Triage Doctor / OR ➔ CPU Priority Scheduling: Preempts running lower-priority tasks when P1 Trauma patients arrive.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3. Shared Medical Equipment ➔ Mutex Locks &amp; Semaphores: Ensures mutual exclusion for ICU Beds, MRI, and Surgery Rooms.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4. Multi-Equipment Surgery Claims ➔ Banker's Safety &amp; RAG: Computes Need = Max - Alloc and detects circular wait deadlocks.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5. Diagnostic Scan Storage ➔ Memory Partitioning &amp; Paging: Manages 1024 KB RAM (First/Best-Fit) and LRU/FIFO virtual page replacement.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Segoe UI"/>
              </a:defRPr>
            </a:pPr>
            <a:r>
              <a:t>Concept 1: CPU Priority Scheduling &amp; Preemption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3657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  <a:latin typeface="Consolas"/>
              </a:defRPr>
            </a:pPr>
            <a:r>
              <a:t>Slide 04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Smart Hospital OS • Overview  |  Havish (24BYB0057) &amp; Shanmukha Simha (24BDE0123)  |  Guide: Dr. PORKODI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E40AF"/>
                </a:solidFill>
                <a:latin typeface="Segoe UI"/>
              </a:defRPr>
            </a:pPr>
            <a:r>
              <a:t>4 Priority Triage Levels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P1 - Emergency Trauma (Highest): Cardiac arrest cases. Immediately preempts any running task on the doctor CPU core.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P2 - Urgent Surgery: High priority surgical queue placement.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P3 - General OPD Ward: Standard consultation priority.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P4 - Routine Checkup (Lowest): General routine checkups.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E40AF"/>
                </a:solidFill>
                <a:latin typeface="Segoe UI"/>
              </a:defRPr>
            </a:pPr>
            <a:r>
              <a:t>Preemption &amp; Aging Logic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Preemptive Context Switching: Saves state of running process back to READY and schedules P1 Trauma immediately.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Starvation Prevention (Aging): Boosts effective priority if a routine P4 case waits longer than 10 ticks in the queue.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Dynamic Gantt Timeline: Logs execution ticks, context switches, and CPU utilization metrics in real-time.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Segoe UI"/>
              </a:defRPr>
            </a:pPr>
            <a:r>
              <a:t>Concept 2: Process Control Block (PCB) &amp; State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3657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  <a:latin typeface="Consolas"/>
              </a:defRPr>
            </a:pPr>
            <a:r>
              <a:t>Slide 05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Smart Hospital OS • Overview  |  Havish (24BYB0057) &amp; Shanmukha Simha (24BDE0123)  |  Guide: Dr. PORKODI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E40AF"/>
                </a:solidFill>
                <a:latin typeface="Segoe UI"/>
              </a:defRPr>
            </a:pPr>
            <a:r>
              <a:t>PCB Data Structure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PID: Unique Identifier (e.g., P101, P102)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Priority: Numerical Urgency Level (P1 to P4)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Burst Time: Remaining CPU execution duration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Memory Required: Allocation demand in KB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Resource Claim: Needed equipment (ICU, OR, MRI)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Accounting Metrics: Arrival, Wait, and Turnaround Times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E40AF"/>
                </a:solidFill>
                <a:latin typeface="Segoe UI"/>
              </a:defRPr>
            </a:pPr>
            <a:r>
              <a:t>5-State Process Machine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NEW: Patient process created and validated.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READY: Allocated RAM and placed in triage queue.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RUNNING: Scheduled on doctor CPU core.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WAITING: Blocked waiting for an occupied Mutex lock.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TERMINATED / DONE: Treatment complete, memory and resources released.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Segoe UI"/>
              </a:defRPr>
            </a:pPr>
            <a:r>
              <a:t>Concept 3: Thread Synchronization &amp; Mutex 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3657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  <a:latin typeface="Consolas"/>
              </a:defRPr>
            </a:pPr>
            <a:r>
              <a:t>Slide 06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Smart Hospital OS • Overview  |  Havish (24BYB0057) &amp; Shanmukha Simha (24BDE0123)  |  Guide: Dr. PORKODI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E40AF"/>
                </a:solidFill>
                <a:latin typeface="Segoe UI"/>
              </a:defRPr>
            </a:pPr>
            <a:r>
              <a:t>Shared Critical Equipment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ICU Bed Unit Mutex: Single-patient exclusive access.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Ventilator Mutex: Critical respiratory support lock.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MRI Scanner Mutex: Diagnostic imaging suite lock.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Operating Room (OR) Mutex: Surgical unit critical section.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E40AF"/>
                </a:solidFill>
                <a:latin typeface="Segoe UI"/>
              </a:defRPr>
            </a:pPr>
            <a:r>
              <a:t>Preventing Race Conditions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Mutual Exclusion: Two medical teams cannot book the same MRI scanner simultaneously.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Lock Management: When acquired, status changes to LOCKED.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Waiting List: Any requesting process is moved to WAITING state until the lock holder releases the resource.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Segoe UI"/>
              </a:defRPr>
            </a:pPr>
            <a:r>
              <a:t>Concept 4: Banker's Algorithm &amp; RAG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3657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  <a:latin typeface="Consolas"/>
              </a:defRPr>
            </a:pPr>
            <a:r>
              <a:t>Slide 07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Smart Hospital OS • Overview  |  Havish (24BYB0057) &amp; Shanmukha Simha (24BDE0123)  |  Guide: Dr. PORKODI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E40AF"/>
                </a:solidFill>
                <a:latin typeface="Segoe UI"/>
              </a:defRPr>
            </a:pPr>
            <a:r>
              <a:t>Banker's Safety Check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Multi-Resource Surgeries: Verifies safety before granting combined machine requests.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Matrix Evaluation: Maintains Available, Max, Allocation, and Need (Need = Max - Alloc).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Safe Sequence: Grants claims only if a complete deadlock-free execution order exists.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E40AF"/>
                </a:solidFill>
                <a:latin typeface="Segoe UI"/>
              </a:defRPr>
            </a:pPr>
            <a:r>
              <a:t>Resource Allocation Graph (RAG)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Canvas Visualizer: Interactive RAG rendered on HTML5 Canvas.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Graph Nodes: Circles = Patient Processes, Squares = Resources.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Graph Edges: Solid arrows = Held Allocation, Dashed = Pending Requests.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Cycle Detection: Built-in cycle detector alerts on circular wait deadlocks.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Segoe UI"/>
              </a:defRPr>
            </a:pPr>
            <a:r>
              <a:t>Concept 5: Memory Allocation &amp; Virtual Paging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3657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  <a:latin typeface="Consolas"/>
              </a:defRPr>
            </a:pPr>
            <a:r>
              <a:t>Slide 08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Smart Hospital OS • Overview  |  Havish (24BYB0057) &amp; Shanmukha Simha (24BDE0123)  |  Guide: Dr. PORKODI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E40AF"/>
                </a:solidFill>
                <a:latin typeface="Segoe UI"/>
              </a:defRPr>
            </a:pPr>
            <a:r>
              <a:t>Main RAM Partitioning (1024 KB)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First-Fit: Allocates space in the first suitable free block.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Best-Fit: Minimizes remaining fragment size.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Worst-Fit: Uses the largest available free partition.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Deallocation &amp; Merging: Merges contiguous free spaces upon patient discharge.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E40AF"/>
                </a:solidFill>
                <a:latin typeface="Segoe UI"/>
              </a:defRPr>
            </a:pPr>
            <a:r>
              <a:t>Virtual Memory Paging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Physical Page Frames: 4 physical frames for loading diagnostic scan pages.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LRU Replacement: Evicts the least recently accessed page upon fault.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FIFO Replacement: Replaces the oldest loaded page.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Performance Metrics: Real-time Page Hits, Page Faults, and Hit Ratio tracking.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Segoe UI"/>
              </a:defRPr>
            </a:pPr>
            <a:r>
              <a:t>System Architecture &amp; Software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3657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  <a:latin typeface="Consolas"/>
              </a:defRPr>
            </a:pPr>
            <a:r>
              <a:t>Slide 09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Smart Hospital OS • Overview  |  Havish (24BYB0057) &amp; Shanmukha Simha (24BDE0123)  |  Guide: Dr. PORKODI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28416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E40AF"/>
                </a:solidFill>
                <a:latin typeface="Segoe UI"/>
              </a:defRPr>
            </a:pPr>
            <a:r>
              <a:t>Frontend Dashboard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HTML5 &amp; CSS3 Interface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Responsive Grid Layout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Gantt &amp; RAG Canvas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Terminal Log Console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63040"/>
            <a:ext cx="3328416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E40AF"/>
                </a:solidFill>
                <a:latin typeface="Segoe UI"/>
              </a:defRPr>
            </a:pPr>
            <a:r>
              <a:t>7 Modular JS Engines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process_manager.js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cpu_scheduler.js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banker_rag.js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synchronization.js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memory_manager.js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os_engine.js &amp; ui_controller.js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E40AF"/>
                </a:solidFill>
                <a:latin typeface="Segoe UI"/>
              </a:defRPr>
            </a:pPr>
            <a:r>
              <a:t>Live Simulation Engine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Clock Ticker (0.8s/tick)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Step-by-step Execution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Play / Pause / Reset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Scenario Presets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Segoe UI"/>
              </a:defRPr>
            </a:pPr>
            <a:r>
              <a:t>Conclusion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3657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  <a:latin typeface="Consolas"/>
              </a:defRPr>
            </a:pPr>
            <a:r>
              <a:t>Slide 10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Smart Hospital OS • Overview  |  Havish (24BYB0057) &amp; Shanmukha Simha (24BDE0123)  |  Guide: Dr. PORKODI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463040"/>
            <a:ext cx="9448495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E40AF"/>
                </a:solidFill>
                <a:latin typeface="Segoe UI"/>
              </a:defRPr>
            </a:pPr>
            <a:r>
              <a:t>Summary of Achievements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Multi-Concept Integration: Successfully integrated 5 core OS concepts into a unified working application.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Practical Utility: Demonstrated how OS scheduling, mutexes, and memory algorithms solve real hospital bottleneck problems.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Interactive Evaluation: Provided an interactive live simulator for testing algorithms, preemption events, and deadlock safety.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Team Project: Developed by Havish (24BYB0057) &amp; Shanmukha Simha (24BDE0123) under the guidance of Dr. PORKODI 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